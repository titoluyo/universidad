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photoAlbum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8" d="100"/>
          <a:sy n="118" d="100"/>
        </p:scale>
        <p:origin x="2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FAD04-0020-F293-8F1E-3215E9CCC8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61F671-6B21-EDE2-B9FD-EF31E3D81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6E37A8-F99B-C6F6-993D-3A44F60CC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3BA1D-2E18-44A1-AB73-D74165E8A900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6940E7-F5A7-344B-9962-E21CF9E2A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B16CF-944C-67B9-75CA-2D5ABEC63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AC389-0FB4-4E26-9D05-C1ACCBD09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208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6D335-1BD4-59A9-E393-5987274CA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F567F-BD83-F1EB-C7ED-754057D19F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030DE5-0578-29D7-2D31-34D169637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3BA1D-2E18-44A1-AB73-D74165E8A900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00275-E7AC-68F3-E645-FB5851326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123FF4-E41E-4E14-5C10-B99672C29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AC389-0FB4-4E26-9D05-C1ACCBD09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6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5EF26-5F4E-3C80-E816-9EC9572D7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6A32D7-12C7-68EF-35F2-D5C2654DAB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7BEA22-CCE8-824E-345C-2F00FFB94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3BA1D-2E18-44A1-AB73-D74165E8A900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C2890-1B1C-25BE-53C1-C699395F5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8B47DC-77F1-4E0E-66E6-213EE60C1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AC389-0FB4-4E26-9D05-C1ACCBD09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09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BEFDF-5DB0-1E14-BE2A-761ABD85E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54FD3-0EFE-A8C0-3F5D-9003C78081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41AA23-8D00-DAB4-949A-AEA9E04557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B156F5-1F08-D1DA-3737-0A4AEF7A0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3BA1D-2E18-44A1-AB73-D74165E8A900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5020AE-914A-4B3D-F255-0A7E31327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C12F67-379C-DBAA-6B45-A73C81C64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AC389-0FB4-4E26-9D05-C1ACCBD09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805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B901-CEE3-CB40-62BD-D362028B3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520E2C-90DA-003E-BFAB-D59FD6DAC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3ADEE4-B7A1-9F14-8FD2-CB1CAC2B04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8C981D-EF80-4FC1-EE7A-67AFC22262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AE0174-2427-EA78-52DD-87630D0139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3AA321-6EC6-A7FC-F3AE-428701F25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3BA1D-2E18-44A1-AB73-D74165E8A900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BB1DA2-3F94-BEBC-310E-125EA59F6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DEA4C9-6873-640B-08A4-3C899D956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AC389-0FB4-4E26-9D05-C1ACCBD09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512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9D48F-D7F4-8ECE-7E26-DE3B9C9F2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267324-AA3B-E393-C0F3-655D29395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3BA1D-2E18-44A1-AB73-D74165E8A900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735960-C9CE-CCFA-EA2A-860DFD77A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D48CB6-6C6A-13E1-0933-55D1F821F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AC389-0FB4-4E26-9D05-C1ACCBD09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915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118E17-8F5D-95FC-CE68-4871904F9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3BA1D-2E18-44A1-AB73-D74165E8A900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B84876-7F7C-E8DC-0C7A-1980C56FC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5054C7-DC67-AEC2-80D8-6043AF671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AC389-0FB4-4E26-9D05-C1ACCBD09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754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E7482-8C0B-BD7D-54BD-C20647A51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465F8-608E-FB1C-1656-62350798CC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CEE55E-516A-0C55-E799-2674458EF7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C68C2D-8676-F2D5-F34A-0FA51BC34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3BA1D-2E18-44A1-AB73-D74165E8A900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D46721-340D-6B46-63BE-D564B82DB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62B819-A5B7-EFE0-BC58-F9DA61C8D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AC389-0FB4-4E26-9D05-C1ACCBD09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138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5C305-FA6B-1463-9525-EBDFFAA99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44439E-55D6-8F44-A67B-A27F0D5AFC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3EE06B-1DBB-06F7-880E-D327B6B6F5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7B2CDB-24A6-28B0-76B7-C7A702ABB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3BA1D-2E18-44A1-AB73-D74165E8A900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23CEE2-8F09-A115-3644-96605B0C7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3716C6-4956-9389-E93B-D3879197E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AC389-0FB4-4E26-9D05-C1ACCBD09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548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E6C85-BBE1-9B1F-4847-FB0DFC213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233C71-B101-308D-A3E6-DDC905ADE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03DCEF-680A-A11D-76E5-7BA5DD83B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3BA1D-2E18-44A1-AB73-D74165E8A900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3CCD3-E2BD-79DB-0282-977B21EF1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AD118-B597-E7B7-127E-B66B30A59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AC389-0FB4-4E26-9D05-C1ACCBD09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201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7D8EFC-8775-5802-A43C-26A951EFB7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5C01BB-9394-903A-69DB-8521CEEF0A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D59C06-BD00-4731-055A-3917BAC09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3BA1D-2E18-44A1-AB73-D74165E8A900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C07C00-0E32-2BD0-A11D-A7487C36E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0FEFBD-CAFE-73A4-A492-E24BCE993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AC389-0FB4-4E26-9D05-C1ACCBD09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523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9A7D44-27B5-2D63-BADF-CCD834AC6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779EAE-F014-D580-A380-8B83872C67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CDCE87-CC9D-E95C-84DC-A8717CFEC2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A3BA1D-2E18-44A1-AB73-D74165E8A900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924D1C-7B57-40B1-87A6-474B6FBD83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DE030-53F2-4167-BF49-192D991C13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EAC389-0FB4-4E26-9D05-C1ACCBD09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5263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uyoMurataTito-Series-PROY-01">
            <a:extLst>
              <a:ext uri="{FF2B5EF4-FFF2-40B4-BE49-F238E27FC236}">
                <a16:creationId xmlns:a16="http://schemas.microsoft.com/office/drawing/2014/main" id="{267912A9-92F5-19DF-45EC-947771EEB60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" y="0"/>
            <a:ext cx="121856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692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uyoMurataTito-Series-PROY-02">
            <a:extLst>
              <a:ext uri="{FF2B5EF4-FFF2-40B4-BE49-F238E27FC236}">
                <a16:creationId xmlns:a16="http://schemas.microsoft.com/office/drawing/2014/main" id="{2109FE11-37B9-E42B-222C-2E4D8D07389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" y="0"/>
            <a:ext cx="121856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327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uyoMurataTito-Series-PROY-03">
            <a:extLst>
              <a:ext uri="{FF2B5EF4-FFF2-40B4-BE49-F238E27FC236}">
                <a16:creationId xmlns:a16="http://schemas.microsoft.com/office/drawing/2014/main" id="{382C6D62-9EAF-BA94-33D1-37C0684F699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" y="0"/>
            <a:ext cx="121856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502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uyoMurataTito-Series-PROY-04">
            <a:extLst>
              <a:ext uri="{FF2B5EF4-FFF2-40B4-BE49-F238E27FC236}">
                <a16:creationId xmlns:a16="http://schemas.microsoft.com/office/drawing/2014/main" id="{EF304FCF-5AF2-076F-E536-3E8700758C6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" y="0"/>
            <a:ext cx="121856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514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uyoMurataTito-Series-PROY-05">
            <a:extLst>
              <a:ext uri="{FF2B5EF4-FFF2-40B4-BE49-F238E27FC236}">
                <a16:creationId xmlns:a16="http://schemas.microsoft.com/office/drawing/2014/main" id="{AFA1A5A5-C791-61D1-4FAB-CC9FD8CA67E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" y="0"/>
            <a:ext cx="121856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296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uyoMurataTito-Series-PROY-06">
            <a:extLst>
              <a:ext uri="{FF2B5EF4-FFF2-40B4-BE49-F238E27FC236}">
                <a16:creationId xmlns:a16="http://schemas.microsoft.com/office/drawing/2014/main" id="{A39DB26F-F444-73CF-33D2-24849C6BDC5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" y="0"/>
            <a:ext cx="121856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487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uyoMurataTito-Series-PROY-07">
            <a:extLst>
              <a:ext uri="{FF2B5EF4-FFF2-40B4-BE49-F238E27FC236}">
                <a16:creationId xmlns:a16="http://schemas.microsoft.com/office/drawing/2014/main" id="{0F691824-351E-C71F-C1A2-E4530710DDF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" y="0"/>
            <a:ext cx="121856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1942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uyoMurataTito-Series-PROY-08">
            <a:extLst>
              <a:ext uri="{FF2B5EF4-FFF2-40B4-BE49-F238E27FC236}">
                <a16:creationId xmlns:a16="http://schemas.microsoft.com/office/drawing/2014/main" id="{E5E09E81-2D84-6E5C-970C-3A0E2F8E67B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" y="0"/>
            <a:ext cx="121856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3841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uyoMurataTito-Series-PROY-09">
            <a:extLst>
              <a:ext uri="{FF2B5EF4-FFF2-40B4-BE49-F238E27FC236}">
                <a16:creationId xmlns:a16="http://schemas.microsoft.com/office/drawing/2014/main" id="{7F0DF58A-0F87-A960-DC36-1594F9886D0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" y="0"/>
            <a:ext cx="121856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1232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uyoMurataTito-Series-PROY-10">
            <a:extLst>
              <a:ext uri="{FF2B5EF4-FFF2-40B4-BE49-F238E27FC236}">
                <a16:creationId xmlns:a16="http://schemas.microsoft.com/office/drawing/2014/main" id="{47BEAF23-FBD7-75B6-D4ED-2402FFD293C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" y="0"/>
            <a:ext cx="121856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2828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uyoMurataTito-Series-PROY-11">
            <a:extLst>
              <a:ext uri="{FF2B5EF4-FFF2-40B4-BE49-F238E27FC236}">
                <a16:creationId xmlns:a16="http://schemas.microsoft.com/office/drawing/2014/main" id="{C4BB852A-1DD6-1643-6378-B1E8706FE61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" y="0"/>
            <a:ext cx="121856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043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Tito Luyo Murata</dc:creator>
  <cp:lastModifiedBy>Tito Luyo Murata</cp:lastModifiedBy>
  <cp:revision>1</cp:revision>
  <dcterms:created xsi:type="dcterms:W3CDTF">2026-07-22T03:08:56Z</dcterms:created>
  <dcterms:modified xsi:type="dcterms:W3CDTF">2026-07-22T04:29:04Z</dcterms:modified>
</cp:coreProperties>
</file>